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011680"/>
            <a:ext cx="10817352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E90FF"/>
                </a:solidFill>
                <a:latin typeface="Arial"/>
              </a:defRPr>
            </a:pPr>
            <a:r>
              <a:rPr dirty="0"/>
              <a:t>Sistema de </a:t>
            </a:r>
            <a:r>
              <a:rPr dirty="0" err="1"/>
              <a:t>Locadora</a:t>
            </a:r>
            <a:r>
              <a:rPr dirty="0"/>
              <a:t> de </a:t>
            </a:r>
            <a:r>
              <a:rPr dirty="0" err="1"/>
              <a:t>Vídeo</a:t>
            </a:r>
            <a:endParaRPr dirty="0"/>
          </a:p>
          <a:p>
            <a:pPr>
              <a:spcBef>
                <a:spcPts val="1500"/>
              </a:spcBef>
              <a:defRPr sz="2200">
                <a:solidFill>
                  <a:srgbClr val="F0F0F5"/>
                </a:solidFill>
                <a:latin typeface="Arial"/>
              </a:defRPr>
            </a:pPr>
            <a:r>
              <a:rPr dirty="0" err="1"/>
              <a:t>Estrutura</a:t>
            </a:r>
            <a:r>
              <a:rPr dirty="0"/>
              <a:t> do Código Python com </a:t>
            </a:r>
            <a:r>
              <a:rPr dirty="0" err="1"/>
              <a:t>CustomTkinter</a:t>
            </a:r>
            <a:r>
              <a:rPr dirty="0"/>
              <a:t> e SQLite3</a:t>
            </a:r>
          </a:p>
          <a:p>
            <a:pPr>
              <a:spcBef>
                <a:spcPts val="3000"/>
              </a:spcBef>
              <a:defRPr sz="1400">
                <a:solidFill>
                  <a:srgbClr val="AAAAB4"/>
                </a:solidFill>
                <a:latin typeface="Arial"/>
              </a:defRPr>
            </a:pPr>
            <a:r>
              <a:rPr lang="pt-BR" dirty="0"/>
              <a:t>O</a:t>
            </a:r>
            <a:r>
              <a:rPr dirty="0" err="1"/>
              <a:t>perações</a:t>
            </a:r>
            <a:r>
              <a:rPr dirty="0"/>
              <a:t> CRUD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Visão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do </a:t>
            </a:r>
            <a:r>
              <a:rPr dirty="0" err="1"/>
              <a:t>Projeto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2D2D37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1E90FF"/>
                </a:solidFill>
              </a:defRPr>
            </a:pPr>
            <a:r>
              <a:rPr dirty="0" err="1"/>
              <a:t>Tecnologias</a:t>
            </a:r>
            <a:r>
              <a:rPr dirty="0"/>
              <a:t> </a:t>
            </a:r>
            <a:r>
              <a:rPr dirty="0" err="1"/>
              <a:t>Utilizadas</a:t>
            </a:r>
            <a:endParaRPr dirty="0"/>
          </a:p>
          <a:p>
            <a:pPr>
              <a:spcBef>
                <a:spcPts val="1500"/>
              </a:spcBef>
              <a:defRPr sz="1600">
                <a:solidFill>
                  <a:srgbClr val="F0F0F5"/>
                </a:solidFill>
              </a:defRPr>
            </a:pPr>
            <a:r>
              <a:rPr dirty="0"/>
              <a:t>• Python 3: </a:t>
            </a:r>
            <a:r>
              <a:rPr dirty="0" err="1"/>
              <a:t>Linguagem</a:t>
            </a:r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F0F0F5"/>
                </a:solidFill>
              </a:defRPr>
            </a:pPr>
            <a:r>
              <a:rPr dirty="0"/>
              <a:t>• </a:t>
            </a:r>
            <a:r>
              <a:rPr dirty="0" err="1"/>
              <a:t>CustomTkinter</a:t>
            </a:r>
            <a:r>
              <a:rPr dirty="0"/>
              <a:t>: Interface </a:t>
            </a:r>
            <a:r>
              <a:rPr dirty="0" err="1"/>
              <a:t>gráfica</a:t>
            </a:r>
            <a:endParaRPr dirty="0"/>
          </a:p>
          <a:p>
            <a:pPr>
              <a:spcBef>
                <a:spcPts val="1000"/>
              </a:spcBef>
              <a:defRPr sz="1600">
                <a:solidFill>
                  <a:srgbClr val="F0F0F5"/>
                </a:solidFill>
              </a:defRPr>
            </a:pPr>
            <a:r>
              <a:rPr dirty="0"/>
              <a:t>• SQLite3: Banco de dados </a:t>
            </a:r>
            <a:r>
              <a:rPr dirty="0" err="1"/>
              <a:t>relacional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C54F99-CA33-4E37-ACAD-DD8C5339B61B}"/>
              </a:ext>
            </a:extLst>
          </p:cNvPr>
          <p:cNvSpPr/>
          <p:nvPr/>
        </p:nvSpPr>
        <p:spPr>
          <a:xfrm>
            <a:off x="6382385" y="1645920"/>
            <a:ext cx="5120640" cy="4389120"/>
          </a:xfrm>
          <a:prstGeom prst="rect">
            <a:avLst/>
          </a:prstGeom>
          <a:solidFill>
            <a:srgbClr val="2D2D37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2200" b="1">
                <a:solidFill>
                  <a:srgbClr val="1E90FF"/>
                </a:solidFill>
              </a:defRPr>
            </a:pPr>
            <a:r>
              <a:rPr lang="pt-BR" dirty="0"/>
              <a:t>Objetivo</a:t>
            </a:r>
            <a:endParaRPr dirty="0"/>
          </a:p>
          <a:p>
            <a:pPr>
              <a:spcBef>
                <a:spcPts val="1500"/>
              </a:spcBef>
              <a:defRPr sz="1600">
                <a:solidFill>
                  <a:srgbClr val="F0F0F5"/>
                </a:solidFill>
              </a:defRPr>
            </a:pPr>
            <a:r>
              <a:rPr dirty="0"/>
              <a:t>• </a:t>
            </a:r>
            <a:r>
              <a:rPr lang="pt-BR" dirty="0"/>
              <a:t>Gerenciar cadastros de títulos de locadora de filmes, de acordo com gênero, classificação indicativa, diretor e estúdio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5"/>
                </a:solidFill>
                <a:latin typeface="Arial"/>
              </a:defRPr>
            </a:pPr>
            <a:r>
              <a:rPr dirty="0" err="1"/>
              <a:t>Operações</a:t>
            </a:r>
            <a:r>
              <a:rPr dirty="0"/>
              <a:t> CRUD: </a:t>
            </a:r>
            <a:r>
              <a:rPr lang="pt-BR" dirty="0"/>
              <a:t>Inclui</a:t>
            </a:r>
            <a:r>
              <a:rPr dirty="0"/>
              <a:t>r</a:t>
            </a:r>
            <a:r>
              <a:rPr lang="pt-BR" dirty="0"/>
              <a:t>, alterar, excluir e </a:t>
            </a:r>
            <a:r>
              <a:rPr lang="pt-BR" dirty="0" err="1"/>
              <a:t>e</a:t>
            </a:r>
            <a:r>
              <a:rPr dirty="0" err="1"/>
              <a:t>xibir</a:t>
            </a:r>
            <a:endParaRPr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5D1C55A-9053-40EC-841C-E03F1AD81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441" y="1291561"/>
            <a:ext cx="5927941" cy="5357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</Words>
  <Application>Microsoft Office PowerPoint</Application>
  <PresentationFormat>Personalizar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Aluno</cp:lastModifiedBy>
  <cp:revision>2</cp:revision>
  <dcterms:created xsi:type="dcterms:W3CDTF">2013-01-27T09:14:16Z</dcterms:created>
  <dcterms:modified xsi:type="dcterms:W3CDTF">2026-08-19T00:53:57Z</dcterms:modified>
  <cp:category/>
</cp:coreProperties>
</file>